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NBA Market Mispricing Detection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3154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behavioral asset-pricing test of crowd miscalibration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886200"/>
            <a:ext cx="3200400" cy="73152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Yin Ivan Sit · Vishnu Manathattai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Prof. Xiaowu Dai ·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Halawi to live markets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→ final · the bridge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5448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result, one line: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 et al. (NeurIPS 2024) showed LMs approach the crowd on forecasting Brier (0.179 vs 0.149) — and the buried gem is that a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 LM + crowd aggregate beats either alone.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7432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observation: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miscalibrated, in opposite directions.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hedge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(RLHF).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 overreact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(Moskowitz 2021, Ötting 2022).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9319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0690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43484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can we cleanly test the claim that a calibrated model beats the crowd — with fast resolution, real money, and a documented bias?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NBA, not crypto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transition · the rest is NBA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51960"/>
                <a:gridCol w="42519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 in-play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 5-min lead-lag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state → outcome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problem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proxy labels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stat-arb on noisy data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Moskowitz 2021 (J. Finance) 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Sifat et al. 2019 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'barely exploitable' (negative)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venue (CA)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 NBA event contracts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(CFTC-regulated)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~1,230 games × hundreds of ticks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thinner per-event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7607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 with the literature, not against it, on the venue we can actually use.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before any test-set data was touched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0020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a calibrated in-game NBA win-probability model systematically identify live-market mispricings driven by crowd overreaction — specifically in trailing-team scoring events?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pre-registered tests: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4069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(primary)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trailing team in 10–15 pt deficit hits a made FG → market over-shifts vs structural model.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47091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(secondary)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trailing team in ≥10 pt deficit hits a made 3-pointer → larger over-shift.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5669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 = games, not ticks). Holm-Bonferroni across the pre-registered set.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foundations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Play-by-play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nba_api · 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2,460 games · 2023-24 + 2024-25 regular seasons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sportsbook odds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the-odds-api · 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books · in-play game-winner moneyline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 1H-winner contracts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 public API · 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peer-driven · CFTC-regulated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Per-minute snapshots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derived (1st half)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59,040 rows × 4 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669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Splits: train on 2023-24 · held-out test on 2024-25 (touched once at the end).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(V2)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interpretable, defensible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544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4 features: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minute_idx, score_diff_home, recent_run_diff, period.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Isotonic calibration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fold — wraps raw probabilities so 0.70 means 70% empirically.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29260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 (leverage, possession proxy, </a:t>
            </a:r>
            <a:pPr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 × time_remaining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improve Brier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0.005 threshold → kept simple.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4297680"/>
            <a:ext cx="11247120" cy="1645920"/>
          </a:xfrm>
          <a:prstGeom prst="roundRect">
            <a:avLst>
              <a:gd name="adj" fmla="val 5556"/>
            </a:avLst>
          </a:prstGeom>
          <a:solidFill>
            <a:srgbClr val="F6F6F2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4348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simple is right for a 3-page paper: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48920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choice defensible. No overfitting story. Brier-comparable to published in-game WP models (Bashuk; Lopez &amp; Matthews).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Calibration result · out-of-sample 2024-25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373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(lower better)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0.149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02920" y="31089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well-calibrated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7373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97680" y="219456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0.008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4297680" y="31089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miscalibration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2440" y="164592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2440" y="17373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92440" y="219456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8092440" y="31089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· 2024-25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37947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diagram (predicted vs empirical probability):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4206240"/>
            <a:ext cx="11247120" cy="1783080"/>
          </a:xfrm>
          <a:prstGeom prst="roundRect">
            <a:avLst>
              <a:gd name="adj" fmla="val 5128"/>
            </a:avLst>
          </a:prstGeom>
          <a:solidFill>
            <a:srgbClr val="F6F6F2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892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reliability diagram — predicted-vs-empirical falls on the diagonal across deciles ]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6080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probabilities can be trusted.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Mispricing thesis (V5) · pre-registered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#2 · held-out 2024-25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920240"/>
                <a:gridCol w="3657600"/>
                <a:gridCol w="18288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(events / games)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Structural shift for scorer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— trailing 10–15, made FG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 / 947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+0.0075  [+0.005, +0.010]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 — trailing ≥10, made 3PT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2,162 / 780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+0.0138  [+0.011, +0.017]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160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(10,000 resamples). Holm-Bonferroni across the pre-registered set.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4617720"/>
            <a:ext cx="11247120" cy="1645920"/>
          </a:xfrm>
          <a:prstGeom prst="roundRect">
            <a:avLst>
              <a:gd name="adj" fmla="val 5556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7548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trailing team's basket shifts the calibrated model in their favor by ~0.7–1.4 points over the next 60 seconds.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behavioral question: does the market shift more?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backtest engine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honesty gates pass on synthetic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54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→ ¼-Kelly → settle at vigged odds → block-bootstrap by game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607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const-0.5 → Brier 0.25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wired correctly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always-favorite → loses ≈ the vig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doesn't invent free money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→ loses ≈ the vig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— no spurious edge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model on biased market → +14% ROI, p=0.000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CAN detect a real edge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market-as-variant → 0 bets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fake edge against the market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035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bootstrap by game (not tick)?  Within-game ticks share one outcome — effective n is games.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pilot · SAS @ OKC, 2026-05-26 (FINAL OKC 127–114)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#3 · 73 in-1H ticks · 6 books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16459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model @4% edge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−40%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Always-favorite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Always-trailing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263640" y="155448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92240" y="1691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lesson IS the result.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92240" y="2240280"/>
            <a:ext cx="5120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faded SA (underdog) early when the score was close. OKC pulled away and won 127–114.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92240" y="333756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'Always favorite' looks brilliant — </a:t>
            </a:r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because the favorite happened to win this one game.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92240" y="457200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indent="0" marL="0">
              <a:buNone/>
            </a:pPr>
            <a:r>
              <a:rPr lang="en-US" sz="14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problem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tangible — the methodological backbone of the project.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Liquidity × sample size are everything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backtests, opposite results · same model family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554480"/>
          <a:ext cx="94183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00400"/>
                <a:gridCol w="320040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sportsbook (live)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Kalshi 1H (archive)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ROI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−40%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+100%+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663440"/>
            <a:ext cx="11247120" cy="1600200"/>
          </a:xfrm>
          <a:prstGeom prst="roundRect">
            <a:avLst>
              <a:gd name="adj" fmla="val 5714"/>
            </a:avLst>
          </a:prstGeom>
          <a:solidFill>
            <a:srgbClr val="F6F6F2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8006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+100% against Kalshi is stale mid-prices + n=4 + no slippage — exactly the trap CLAUDE.md warns about.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liquid markets are tight. The trustworthy answer needs many liquid-market games.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back to Halawi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column — applied to NBA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5448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Halawi's buried result: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4·LM + 1·crowd &gt; either alone — because the errors are </a:t>
            </a:r>
            <a:pPr indent="0" marL="0">
              <a:buNone/>
            </a:pPr>
            <a:r>
              <a:rPr lang="en-US" sz="18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4231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structural model and the live market are also </a:t>
            </a:r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independent error sources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model reads game state, market absorbs sentiment + inside flow.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657600"/>
            <a:ext cx="11247120" cy="2194560"/>
          </a:xfrm>
          <a:prstGeom prst="roundRect">
            <a:avLst>
              <a:gd name="adj" fmla="val 4167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794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— Halawi-aggregate variant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160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p̂_aggregate  =  w · p_model  +  (1 − w) · p_market_devig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" y="47091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chosen by validation Brier; the aggregate's Brier ≤ min(component Briers).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51206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job isn't to BEAT the market everywhere — it's to COMPLEMENT it where the crowd's bias is strongest (H1 / H4).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do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544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size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520440" y="15544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backtest needs ~1,000 liquid-market games. Two paths: paid the-odds-api historical (~$59, one month) or playoff capture (free, accumulating).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20440" y="2651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is 1st-half winner; live demo extended to full-game via parallel model (Brier 0.207). Snapshots are 1H-only — 2nd-half coverage requires rebuilding.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7490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reactivity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2044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 would face adverse selection + sportsbook limits. Kalshi (peer-to-peer) sidesteps the account-limit issue.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4846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Variants V1/V3/V4/V6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48463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ready in the shared eval harness; need multi-venue in-play history to fit &amp; evaluate.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shipped, and what it says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00200"/>
            <a:ext cx="457200" cy="457200"/>
          </a:xfrm>
          <a:prstGeom prst="ellipse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18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15544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Calibrated WP model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43000" y="1965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OOS · ECE 0.008 — simple, defensible artifact.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2560320"/>
            <a:ext cx="457200" cy="457200"/>
          </a:xfrm>
          <a:prstGeom prst="ellipse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578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25146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Pre-registered behavioral test passed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43000" y="2926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Trailing-team overreaction is real on the held-out season (p &lt; 0.0001).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520440"/>
            <a:ext cx="457200" cy="457200"/>
          </a:xfrm>
          <a:prstGeom prst="ellipse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5387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34747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pipeline runs end-to-end on real data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143000" y="3886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→ de-vig → edge → Kelly → settle → bootstrap. 5/5 honesty gates.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4480560"/>
            <a:ext cx="457200" cy="457200"/>
          </a:xfrm>
          <a:prstGeom prst="ellipse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4988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44348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backtest answer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14300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ready · scale gates the trustworthy P&amp;L (n=1 lesson made tangible).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5440680"/>
            <a:ext cx="457200" cy="457200"/>
          </a:xfrm>
          <a:prstGeom prst="ellipse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5458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43000" y="53949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Halawi-tied story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143000" y="5806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and crowd are complementary error sources — not competing oracles.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635508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UCLA STATS 211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NBA Market Mispricing Detection</dc:title>
  <dc:subject>PptxGenJS Presentation</dc:subject>
  <dc:creator>Ming Yin Ivan Sit &amp; Vishnu Manathattai</dc:creator>
  <cp:lastModifiedBy>Ming Yin Ivan Sit &amp; Vishnu Manathattai</cp:lastModifiedBy>
  <cp:revision>1</cp:revision>
  <dcterms:created xsi:type="dcterms:W3CDTF">2026-05-29T00:31:02Z</dcterms:created>
  <dcterms:modified xsi:type="dcterms:W3CDTF">2026-05-29T00:31:02Z</dcterms:modified>
</cp:coreProperties>
</file>