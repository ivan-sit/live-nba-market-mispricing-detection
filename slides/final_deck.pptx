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49631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49631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0" y="400507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0" y="400507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— </a:t>
            </a:r>
            <a:pPr algn="ctr" indent="0" marL="0">
              <a:buNone/>
            </a:pPr>
            <a:r>
              <a:rPr lang="en-US" sz="15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ctr" indent="0" marL="0">
              <a:buNone/>
            </a:pPr>
            <a:r>
              <a:rPr lang="en-US" sz="15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are the only ones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overreaction test  ·  runs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use both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compete · Method 2 STACKS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WP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 (min, score-diff, run, period)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P(home wins 1H), calibrated 0–1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the model accurate?"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74904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31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OOS, ECE 0.008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probabilities can be trusted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 into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overreaction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from Method 1, at trailing-team scoring events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 in event windows?"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374904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p &lt; 0.0001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4343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on the model side is real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findings pass. 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does this exploitable bias actually survive the vig on real markets?  →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2026-05-29T05:34:48Z</dcterms:created>
  <dcterms:modified xsi:type="dcterms:W3CDTF">2026-05-29T05:34:48Z</dcterms:modified>
</cp:coreProperties>
</file>