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NBA Market Mispricing Detection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3154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DA9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behavioral asset-pricing test of crowd miscalibration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886200"/>
            <a:ext cx="3200400" cy="73152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 Yin Ivan Sit · Vishnu Manathattai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Prof. Xiaowu Dai ·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Halawi to live markets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→ final · the bridge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result, one line: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 et al. (NeurIPS 2024) showed LMs approach the crowd on forecasting Brier (0.179 vs 0.149) — and the buried gem is that a </a:t>
            </a:r>
            <a:pPr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 LM + crowd aggregate beats either alone.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6974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observation: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miscalibrated, in opposite directions.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hedge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(RLHF).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 overreact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(Moskowitz 2021, Ötting 2022).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88620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0233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38912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can we cleanly test the claim that a calibrated model beats the crowd — with fast resolution, real money, and a documented bias?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two sub-questions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11247120" cy="1691640"/>
          </a:xfrm>
          <a:prstGeom prst="roundRect">
            <a:avLst>
              <a:gd name="adj" fmla="val 5405"/>
            </a:avLst>
          </a:prstGeom>
          <a:solidFill>
            <a:srgbClr val="F6F6F2"/>
          </a:solidFill>
          <a:ln w="2286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use a calibrated win-probability model to </a:t>
            </a:r>
            <a:pPr indent="0" marL="0">
              <a:buNone/>
            </a:pPr>
            <a:r>
              <a:rPr lang="en-US" sz="22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 mispricing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indent="0" marL="0">
              <a:buNone/>
            </a:pPr>
            <a:r>
              <a:rPr lang="en-US" sz="22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 from it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NBA in-play markets?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3383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into two sub-questions we can actually answer: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0B2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 bias DETECTABLE?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the held-out 2024-25 season via pre-registered overreaction tests on trailing-team scoring events.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overreaction-test slide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4652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EXTRACT it (make money)?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44652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via live backtest on real markets — does the edge survive the vig at a sample large enough to distinguish skill from luck?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live-pilot + verdict slides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planned · 6 ways to detect mispricing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constraints forced us down to 2 (highlighted)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937760"/>
                <a:gridCol w="338328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to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Cross-venue consensus deviation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in-play odds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win-probability vs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Halawi-style weighted aggregate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 + 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Time-series mean-reversion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Event-conditioned overreaction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Cross-book hard arbitrage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descriptive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534924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6F6F2"/>
          </a:solidFill>
          <a:ln w="1651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44068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we built are the only two that work from play-by-play alone. The other four are gated on multi-venue in-play odds history we don't have.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· model side + market side meet at the edge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+ system 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pelin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247120" cy="393192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3212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Sportsbook odds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nba_api · 2,460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the-odds-api · 9 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API · 1H winner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59,040 rows · 4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calibrated win-probability model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 · how it works · what comes out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 ·  at tick 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game-state 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minutes elapsed in 1H (1–24)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home – away (signed)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pts diff over last 120s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quarter (1 or 2)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vector of 4 numbers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2023-24 · 1,199 games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26517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6F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trees · depth 4 · lr 0.05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3017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5488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Isotonic calibration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8404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held-out validation fold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0.70 truly = 70% empirically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calibrated number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probability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006840" y="2788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P(home wins 1H)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31089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in [0, 1]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347472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e.g.  0.87  =  87%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006840" y="3931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 ·  ECE 0.008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06840" y="42062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2024-25 held-out season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trustworthy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349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minute_idx=18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min left in half),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score_diff_home=+6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recent_run_diff=+4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period=2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 = 0.87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1 · Our model is well-calibrated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· ECE 0.008 · reliability on the diagonal (2024-25 held-out)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reliability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4173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18120" y="1463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(lower = better)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18120" y="17830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0.149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818120" y="24963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well-calibrated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30175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3063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0.008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7818120" y="40965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miscalibration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18120" y="46177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18120" y="4663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sample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818120" y="49834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1,230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7818120" y="56967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· 2024-25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55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fall on the diagonal across all deciles — predicted probabilities match observed frequencies.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2 · The market overshoots on trailing-team scoring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at p &lt; 0.0001 (held-out 2024-25)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v5_shif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766560" cy="45720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554480"/>
          <a:ext cx="4434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916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events /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Comeback FG · trail 10–15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4,596 / 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Salience 3PT · trail ≥10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2,162 / 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3337560"/>
            <a:ext cx="4434840" cy="1280160"/>
          </a:xfrm>
          <a:prstGeom prst="roundRect">
            <a:avLst>
              <a:gd name="adj" fmla="val 5714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452360" y="342900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452360" y="416052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 over the 60s after a made FG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69480" y="4754880"/>
            <a:ext cx="4434840" cy="1600200"/>
          </a:xfrm>
          <a:prstGeom prst="roundRect">
            <a:avLst>
              <a:gd name="adj" fmla="val 5714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52360" y="48463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behavioral question: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452360" y="516636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market shift more than this?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use both methods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don't compete · Method 2 STACKS on top of Method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· the calibrated WP model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game-state features (min, score-diff, run, period)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6060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  =  P(home wins 1H), calibrated 0–1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1546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the model accurate?"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749040"/>
            <a:ext cx="502920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9319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OOS, ECE 0.008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" y="43434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probabilities can be trusted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154680"/>
            <a:ext cx="640080" cy="548640"/>
          </a:xfrm>
          <a:prstGeom prst="rightArrow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37490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p̂_t into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675120" y="1417320"/>
            <a:ext cx="507492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75120" y="1417320"/>
            <a:ext cx="5074920" cy="5029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141732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· the overreaction test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0" y="20574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p̂_t from Method 1, at trailing-team scoring events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0" y="26060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0" y="315468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"Does the market overshoot p̂_t in event windows?"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58000" y="3749040"/>
            <a:ext cx="475488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9319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tests p &lt; 0.0001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858000" y="4343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bias on the model side is real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6692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66928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findings pass.  </a:t>
            </a:r>
            <a:pPr algn="ctr" indent="0" marL="0">
              <a:buNone/>
            </a:pPr>
            <a:r>
              <a:rPr lang="en-US" sz="17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Next: does this exploitable bias actually survive the vig on real markets?  →  </a:t>
            </a:r>
            <a:pPr algn="ctr" indent="0" marL="0">
              <a:buNone/>
            </a:pPr>
            <a:r>
              <a:rPr lang="en-US" sz="17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 engine · the equations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 honesty gates pass on synthetic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edge_t  =  p̂_t  −  p_market_t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where the variant's fair value disagrees with the de-vigged market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p_devig  =  p_home_raw / (p_home_raw + p_away_raw)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two-way de-vig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f*  =  ( b · p  −  q ) /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Kelly fraction · b = decimal−1, q = 1−p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033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760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const-0.5 → Brier 0.25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wired correctly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always-favorite → loses ≈ vig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doesn't invent free money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on biased mkt → +14% ROI, p=0.000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CAN detect a real 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market-as-variant → 0 bets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fake edge against the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6080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(not tick) — within-game ticks share one outcome; effective n is games.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3 · Against liquid books, n=1 is pure noise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pilot: SAS @ OKC, 2026-05-26 (FINAL OKC 127–114) · 73 ticks · 6 books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lot_r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8580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1417320"/>
            <a:ext cx="4434840" cy="4617720"/>
          </a:xfrm>
          <a:prstGeom prst="roundRect">
            <a:avLst>
              <a:gd name="adj" fmla="val 20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0" y="1554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lesson IS the result.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589520" y="210312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faded SA (underdog) early when the score was close.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89520" y="2606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OKC pulled away and won 127–114.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0" y="310896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'Always favorite' looks brilliant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because the favorite happened to win this one game.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89520" y="457200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 problem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tangible — the methodological backbone of the project.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4 · The Kalshi +95% is a stale-mid artifact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6 (OKC@SAS, 2026-05-28, FINAL SAS 118–91) + 4 archived games · 311 ticks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game6_pi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371600"/>
            <a:ext cx="905256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6F6F2"/>
          </a:solidFill>
          <a:ln w="16510">
            <a:solidFill>
              <a:srgbClr val="EEA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760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6 alone: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+12% on Kalshi 1H (smallest of the 5).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of 5: +95%.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Kalshi 1H prices were thin and stale, so the model 'beats' a price that isn't moving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stale-mid + n=5 + mid quotes = artifact, not edge.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back to Halawi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column — applied to NBA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Halawi's buried result: 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4·LM + 1·crowd &gt; either alone — because the errors are </a:t>
            </a:r>
            <a:pPr indent="0" marL="0">
              <a:buNone/>
            </a:pPr>
            <a:r>
              <a:rPr lang="en-US" sz="18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structural model and the live market are also </a:t>
            </a:r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partly independent error sources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model reads game state, market absorbs sentiment + inside flow.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29184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832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p̂_aggregate  =  w · p_model  +  ( 1 − w ) · p_market_devig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4206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'aggregate' variant (#3 in the planned table) — weight from validation Brier · aggregate's Brier ≤ min(components)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846320"/>
            <a:ext cx="11247120" cy="1508760"/>
          </a:xfrm>
          <a:prstGeom prst="roundRect">
            <a:avLst>
              <a:gd name="adj" fmla="val 6061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Reframing: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349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job isn't to BEAT the market everywhere — it's to COMPLEMENT it in the specific situations (comeback FG, salience 3PT) where the crowd's bias is strongest.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we'd do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size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520440" y="1508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backtest needs ~1,000 liquid-market games. Two paths: paid the-odds-api historical (~$59, one month) or playoff capture (free, accumulating).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20440" y="2651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is 1st-half winner; live demo extended to full-game via parallel model (Brier 0.207). Snapshots are 1H-only — 2nd-half coverage requires rebuilding.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3794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reactivity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20440" y="3794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 would face adverse selection + sportsbook limits. Kalshi (peer-to-peer) sidesteps the account-limit issue.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4937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Variants V1/V3/V4/V6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0440" y="4937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Architecturally ready in the shared eval harness; need multi-venue in-play history to fit &amp; evaluate.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 · what works + can it make money?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questions, answered honestly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EFFECTIVE METHOD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Event-conditioned overreaction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4231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variant with a statistically significant finding on the held-out test season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154680"/>
          <a:ext cx="5120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Test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Shift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p-value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Comeback FG (trail 10–15)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+0.0075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Salience 3PT (trail ≥10)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+0.0138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85800" y="4617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on 2024-25 held-out.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85800" y="49377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the calibrated model (Brier 0.149). The other 4 planned methods are blocked on data.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is statistically real.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6364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MAKE MONEY?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yet — but it's not 'no.'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446520" y="2606040"/>
            <a:ext cx="164592" cy="777240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0" y="2606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· NO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675120" y="28803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vs liquid books: n=1 → −40% (noise). Kalshi +95% = stale-mid artifact.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46520" y="3474720"/>
            <a:ext cx="164592" cy="7772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0" y="3474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· YES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675120" y="37490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passed on the held-out season. The overreaction is real.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46520" y="4343400"/>
            <a:ext cx="164592" cy="7772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0" y="4343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· CLEAR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675120" y="46177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the backtest ($59 historical) → V5-targeted strategy on Kalshi (legal, no limits).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Gated on data scale, not on methodology.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502920" y="6355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Questions?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UCLA STATS 211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NBA Market Mispricing Detection</dc:title>
  <dc:subject>PptxGenJS Presentation</dc:subject>
  <dc:creator>Ming Yin Ivan Sit &amp; Vishnu Manathattai</dc:creator>
  <cp:lastModifiedBy>Ming Yin Ivan Sit &amp; Vishnu Manathattai</cp:lastModifiedBy>
  <cp:revision>1</cp:revision>
  <dcterms:created xsi:type="dcterms:W3CDTF">2026-05-29T05:19:12Z</dcterms:created>
  <dcterms:modified xsi:type="dcterms:W3CDTF">2026-05-29T05:19:12Z</dcterms:modified>
</cp:coreProperties>
</file>