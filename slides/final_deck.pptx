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937760"/>
                <a:gridCol w="338328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are the only two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calibrated win-probability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· how it works ·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result · out-of-sample 2024-25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#1 · the probabilities can be trusted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overreaction test · pre-registered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#2 · held-out 2024-25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pilot · SAS @ OKC, 2026-05-26  (FINAL OKC 127–114)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#3 · 73 in-1H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6 pilot · OKC @ SAS, 2026-05-28  (FINAL SAS 118–91)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in-1H ticks on Kalshi · the 5-game pool tells the rest of the 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2026-05-29T04:53:05Z</dcterms:created>
  <dcterms:modified xsi:type="dcterms:W3CDTF">2026-05-29T04:53:05Z</dcterms:modified>
</cp:coreProperties>
</file>