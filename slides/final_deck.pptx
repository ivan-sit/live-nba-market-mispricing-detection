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use a calibrated win-probability model to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22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from it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bias DETECTABLE?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the held-out 2024-25 season via pre-registered overreaction tests on trailing-team scoring events.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overreaction-test slide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EXTRACT it (make money)?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via live backtest on real markets — does the edge survive the vig at a sample large enough to distinguish skill from luck?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live-pilot + verdict slides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94640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60520"/>
                <a:gridCol w="283464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0012680" y="2542032"/>
            <a:ext cx="502920" cy="274320"/>
          </a:xfrm>
          <a:prstGeom prst="leftArrow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07040" y="249631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07040" y="249631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12680" y="4050792"/>
            <a:ext cx="502920" cy="274320"/>
          </a:xfrm>
          <a:prstGeom prst="lef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0" y="400507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07040" y="400507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 built — </a:t>
            </a:r>
            <a:pPr algn="ctr" indent="0" marL="0">
              <a:buNone/>
            </a:pPr>
            <a:r>
              <a:rPr lang="en-US" sz="15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algn="ctr" indent="0" marL="0">
              <a:buNone/>
            </a:pPr>
            <a:r>
              <a:rPr lang="en-US" sz="15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are the only ones that work from play-by-play alone. The other four are gated on multi-venue in-play odds history we don't have.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calibrated win-probability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· how it works ·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 ·  ECE 0.008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2062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2024-25 held-out season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trustworthy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· Our model is well-calibrated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· ECE 0.008 · reliability on the diagonal (2024-25 held-out)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· The market overshoots on trailing-team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at p &lt; 0.0001 (held-out 2024-25)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use both methods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compete · Method 2 STACKS on top of Method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the calibrated WP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 (min, score-diff, run, period)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  =  P(home wins 1H), calibrated 0–1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154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the model accurate?"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749040"/>
            <a:ext cx="502920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931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OOS, ECE 0.008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4343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probabilities can be trusted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154680"/>
            <a:ext cx="640080" cy="548640"/>
          </a:xfrm>
          <a:prstGeom prst="righ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37490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p̂_t into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75120" y="141732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the overreaction test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p̂_t from Method 1, at trailing-team scoring events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31546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"Does the market overshoot p̂_t in event windows?"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0" y="3749040"/>
            <a:ext cx="475488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tests p &lt; 0.0001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0" y="4343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on the model side is real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669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6928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findings pass.  </a:t>
            </a:r>
            <a:pPr algn="ctr" indent="0" marL="0">
              <a:buNone/>
            </a:pPr>
            <a:r>
              <a:rPr lang="en-US" sz="17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does this exploitable bias actually survive the vig on real markets?  →  </a:t>
            </a:r>
            <a:pPr algn="ctr" indent="0" marL="0">
              <a:buNone/>
            </a:pPr>
            <a:r>
              <a:rPr lang="en-US" sz="17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 · Against liquid books, n=1 is pure noise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pilot: SAS @ OKC, 2026-05-26 (FINAL OKC 127–114) · 73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4 · The Kalshi +95% is a stale-mid artifact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(OKC@SAS, 2026-05-28, FINAL SAS 118–91) + 4 archived games · 311 ticks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game6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371600"/>
            <a:ext cx="90525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760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alone: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+12% on Kalshi 1H (smallest of the 5).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of 5: +95%.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Kalshi 1H prices were thin and stale, so the model 'beats' a price that isn't moving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stale-mid + n=5 + mid quotes = artifact, not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Event-conditioned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Comeback FG (trail 10–15)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Salience 3PT (trail ≥10)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2026-05-29T05:31:38Z</dcterms:created>
  <dcterms:modified xsi:type="dcterms:W3CDTF">2026-05-29T05:31:38Z</dcterms:modified>
</cp:coreProperties>
</file>