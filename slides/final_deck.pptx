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statistically 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 — using a calibrated win-probability model and pre-registered event tests?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our probabilities be trusted?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by reliability + Brier on the held-out 2024-25 season — does a 70% prediction mean 70% of the time?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by Finding 1 (calibration)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overshoot the model?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by pre-registered event-window tests on trailing-team scoring — does the model's structural shift confirm the bias the literature predicts?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897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by Finding 2 (overreaction test)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94640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60520"/>
                <a:gridCol w="283464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0012680" y="2542032"/>
            <a:ext cx="502920" cy="274320"/>
          </a:xfrm>
          <a:prstGeom prst="leftArrow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07040" y="237744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07040" y="23957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607040" y="269748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0012680" y="4050792"/>
            <a:ext cx="502920" cy="274320"/>
          </a:xfrm>
          <a:prstGeom prst="lef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0" y="388620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0" y="390448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607040" y="420624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detectors:  </a:t>
            </a:r>
            <a:pPr algn="ctr" indent="0" marL="0">
              <a:buNone/>
            </a:pPr>
            <a:r>
              <a:rPr lang="en-US" sz="1400" b="1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</a:t>
            </a:r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the calibrated baseline  ·  </a:t>
            </a:r>
            <a:pPr algn="ctr" indent="0" marL="0">
              <a:buNone/>
            </a:pPr>
            <a:r>
              <a:rPr lang="en-US" sz="14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</a:t>
            </a:r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the baseline for bias at event windows. The other four are blocked on multi-venue odds we don't have.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calibrated WP model  ·  what goes in,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calibrated probability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 of game time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used by Method 2 + the backtest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· Our model is well-calibrated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· ECE 0.008 · reliability on the diagonal (2024-25 held-out)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test  ·  measures bias · does not gate trades in this 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streams joined per event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Method 1: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p̂_t  (every minute, full game)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PBP: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trailing-team scoring events,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filtered by pre-registered rule: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comeback FG (trail 10–15)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salience 3PT (trail ≥10)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~6,800 events / 1,300 games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 at time t 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look up p̂(t)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and p̂(t+60s)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Δp̂  =  p̂(t+60) − p̂(t)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average within game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(block-bootstrap by GAME)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10,000 resamples →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95% CI  +  p-value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honest CI (effective n = games)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event-class: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06840" y="2788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scoring team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06840" y="33832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+ 95% CI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37033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p-value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does the bias exist?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349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event: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12, made 3PT at game-min 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p̂(t) = 0.18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p̂(t+60s) = 0.22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5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 = +0.04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· The market overshoots on trailing-team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at p &lt; 0.0001 (held-out 2024-25)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Method 1 + Method 2 detect bias together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two-layer statistical detection  ·  both findings confirm the bias is real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the calibrated 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of the detection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state per minute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 </a:t>
            </a:r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  (calibrated 0–1)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our probabilities be trusted?"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3886200"/>
            <a:ext cx="502920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069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well calibrated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526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(numbers on the Finding 1 slide)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983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this, every downstream test would be junk.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3154680"/>
            <a:ext cx="640080" cy="548640"/>
          </a:xfrm>
          <a:prstGeom prst="righ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37490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p̂_t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75120" y="141732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the bias test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199339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of the detection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0" y="233172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p̂_t at trailing-team scoring events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78892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 </a:t>
            </a:r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Δp̂(60s)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+ 95% CI + p-value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"Does the market overshoot p̂_t?"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58000" y="3886200"/>
            <a:ext cx="475488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40690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bias confirmed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58000" y="4526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(numbers on the Finding 2 slide)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0" y="4983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before any test-set data was touched.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669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66928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 · </a:t>
            </a:r>
            <a:pPr algn="ctr" indent="0" marL="0">
              <a:buNone/>
            </a:pPr>
            <a:r>
              <a:rPr lang="en-US" sz="17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statistical detection of the mispricing.  </a:t>
            </a:r>
            <a:pPr algn="ctr" indent="0" marL="0">
              <a:buNone/>
            </a:pPr>
            <a:r>
              <a:rPr lang="en-US" sz="17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real, calibrated, and pre-registered.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shipped  ·  what's next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findings on this deck  ·  trading + backtest in the report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detection, validated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84048" cy="384048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06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Calibrated WP model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9718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1: well-calibrated on the held-out 2024-25 season.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611880"/>
            <a:ext cx="384048" cy="384048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611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611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Pre-registered bias test passes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2: market overshoots p̂_t at p&lt;0.0001 on both event tests.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617720"/>
            <a:ext cx="384048" cy="384048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617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4617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trading framework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9834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+ backtest engine + live capture (details + P&amp;L in report).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553212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5321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 (for the report + beyond)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detection to extraction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historical (~$59, one month) OR keep capturing playoff games. Goal: a sample big enough to distinguish skill from luck.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361188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0" y="3611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METHOD 2 INTO TRADES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75120" y="38862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Method 2 only validates the bias. Next: filter Method 1's edges to Method 2's event windows (the targeted strategy).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46520" y="461772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5120" y="4617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V1 / V3 / V4 / V6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0" y="4892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eval harness — need multi-venue in-play odds to fit and compare.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46520" y="553212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46520" y="55321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methodology.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2026-05-30T08:27:48Z</dcterms:created>
  <dcterms:modified xsi:type="dcterms:W3CDTF">2026-05-30T08:27:48Z</dcterms:modified>
</cp:coreProperties>
</file>