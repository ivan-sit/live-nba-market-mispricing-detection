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94640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60520"/>
                <a:gridCol w="283464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0012680" y="2542032"/>
            <a:ext cx="502920" cy="274320"/>
          </a:xfrm>
          <a:prstGeom prst="leftArrow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07040" y="249631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07040" y="249631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12680" y="4050792"/>
            <a:ext cx="502920" cy="274320"/>
          </a:xfrm>
          <a:prstGeom prst="lef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0" y="400507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07040" y="400507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— </a:t>
            </a:r>
            <a:pPr algn="ctr" indent="0" marL="0">
              <a:buNone/>
            </a:pPr>
            <a:r>
              <a:rPr lang="en-US" sz="15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ctr" indent="0" marL="0">
              <a:buNone/>
            </a:pPr>
            <a:r>
              <a:rPr lang="en-US" sz="15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are the only ones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calibrated WP model  ·  what goes in,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 ·  ECE 0.008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2062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2024-25 held-out season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trustworthy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overreaction test  ·  runs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streams joined per event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Method 1: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p̂_t  (every minute, full game)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PBP: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trailing-team scoring events,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filtered by pre-registered rule: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comeback FG (trail 10–15)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salience 3PT (trail ≥10)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~6,800 events / 1,300 games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 at time t 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look up p̂(t)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and p̂(t+60s)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Δp̂  =  p̂(t+60) − p̂(t)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average within game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(block-bootstrap by GAME)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10,000 resamples →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95% CI  +  p-value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honest CI (effective n = games)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event-class: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06840" y="2788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scoring team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06840" y="3383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+ 95% CI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37033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p-value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does the bias exist?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349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12, made 3PT at game-min 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p̂(t) = 0.18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p̂(t+60s) = 0.22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 = +0.04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use both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compete · Method 2 STACKS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calibrated WP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 (min, score-diff, run, period)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=  P(home wins 1H), calibrated 0–1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154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the model accurate?"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74904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31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OOS, ECE 0.008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probabilities can be trusted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154680"/>
            <a:ext cx="640080" cy="548640"/>
          </a:xfrm>
          <a:prstGeom prst="righ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37490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p̂_t into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75120" y="141732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overreaction test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p̂_t from Method 1, at trailing-team scoring events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31546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"Does the market overshoot p̂_t in event windows?"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0" y="3749040"/>
            <a:ext cx="475488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tests p &lt; 0.0001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0" y="4343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on the model side is real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findings pass.  </a:t>
            </a:r>
            <a:pPr algn="ctr" indent="0" marL="0">
              <a:buNone/>
            </a:pPr>
            <a:r>
              <a:rPr lang="en-US" sz="17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does this exploitable bias actually survive the vig on real markets?  →  </a:t>
            </a:r>
            <a:pPr algn="ctr" indent="0" marL="0">
              <a:buNone/>
            </a:pPr>
            <a:r>
              <a:rPr lang="en-US" sz="17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· Against liquid books, n=1 is pure noise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pilot: SAS @ OKC, 2026-05-26 (FINAL OKC 127–114) · 73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 · The Kalshi +95% is a stale-mid artifact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(OKC@SAS, 2026-05-28, FINAL SAS 118–91) + 4 archived games · 311 ticks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2026-05-30T00:48:07Z</dcterms:created>
  <dcterms:modified xsi:type="dcterms:W3CDTF">2026-05-30T00:48:07Z</dcterms:modified>
</cp:coreProperties>
</file>