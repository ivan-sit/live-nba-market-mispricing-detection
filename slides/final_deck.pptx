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NBA, not crypto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transition · the rest is NBA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 in-play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 5-min lead-lag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state → outcome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problem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labels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stat-arb on noisy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Moskowitz 2021 (J. Finance)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Sifat et al. 2019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'barely exploitable' (negative)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venue (CA)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 NBA event contracts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(CFTC-regulated)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~1,230 games × hundreds of ticks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thinner per-event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with the literature, not against it, on the venue we can actually use.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before any test-set data was touched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0876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calibrated in-game NBA win-probability model systematically identify live-market mispricings driven by crowd overreaction — specifically in trailing-team scoring events?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pre-registered tests: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(primary)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10–15 pt deficit hits a made FG → market over-shifts vs structural model.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(secondary)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≥10 pt deficit hits a made 3-pointer → larger over-shift.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 = games, not ticks). Holm-Bonferroni across the pre-registered 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(V2)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interpretable, defensible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isotonic( XGBoost(x_t ; θ) 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 = [minute_idx, score_diff_home, recent_run_diff, period]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880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features. 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handles non-linear interactions (e.g. score-diff × time-remaining) that logistic regression can't.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35204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calibration 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fold — wraps raw probabilities so 0.70 means 70% empirically.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41605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 (leverage, possession proxy) did </a:t>
            </a:r>
            <a:pPr indent="0" marL="0">
              <a:buNone/>
            </a:pPr>
            <a:r>
              <a:rPr lang="en-US" sz="16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beat the 0.005-Brier threshold → kept simple.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49377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6F6F2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kept it simple: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5440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defensible. No overfitting. Brier-comparable to published NBA in-game WP models (Bashuk; Lopez &amp; Matthews).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Calibration result · out-of-sample 2024-25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#1 · the probabilities can be trusted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Mispricing thesis (V5) · pre-registered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#2 · held-out 2024-25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— trail 10–15, made FG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 — trail ≥10, made 3PT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pilot · SAS @ OKC, 2026-05-26  (FINAL OKC 127–114)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#3 · 73 in-1H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Liquidity × sample size are everything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family · two opposite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liquidity_s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1417320"/>
            <a:ext cx="73152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4360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989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+100% against Kalshi is </a:t>
            </a:r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mid-prices + n=4 + no slippage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exactly the trap CLAUDE.md warns about. Real liquid markets are tight.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— weight chosen by validation Brier; aggregate's Brier ≤ min(component Briers)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where the crowd's bias is strongest (H1 / H4).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V5 · Event-conditioned overreaction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H1 trail 10–15, FG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H4 trail ≥10, 3PT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calibration backs it (Brier 0.149); V1 / V3 / V4 / V6 not powered yet.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H1/H4 pre-reg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2026-05-29T04:05:11Z</dcterms:created>
  <dcterms:modified xsi:type="dcterms:W3CDTF">2026-05-29T04:05:11Z</dcterms:modified>
</cp:coreProperties>
</file>